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6" r:id="rId2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="" xmlns:p14="http://schemas.microsoft.com/office/powerpoint/2010/main">
        <p14:section name="Default Section" id="{21EE07D4-F84E-4BBE-9AD3-719F4B2C30E8}">
          <p14:sldIdLst>
            <p14:sldId id="256"/>
            <p14:sldId id="276"/>
            <p14:sldId id="289"/>
            <p14:sldId id="278"/>
            <p14:sldId id="280"/>
            <p14:sldId id="285"/>
            <p14:sldId id="286"/>
            <p14:sldId id="287"/>
            <p14:sldId id="288"/>
            <p14:sldId id="284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473" autoAdjust="0"/>
    <p:restoredTop sz="94660"/>
  </p:normalViewPr>
  <p:slideViewPr>
    <p:cSldViewPr snapToGrid="0">
      <p:cViewPr>
        <p:scale>
          <a:sx n="90" d="100"/>
          <a:sy n="90" d="100"/>
        </p:scale>
        <p:origin x="-660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24000F0-5331-4BEE-93CC-6623BA77D340}" type="datetimeFigureOut">
              <a:rPr lang="fr-FR" smtClean="0"/>
              <a:pPr/>
              <a:t>06/03/2022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2E00FF7-A96F-440A-ADD3-2D2A0E0ACFA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4214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4E13F-3005-4C70-9AB7-32D8A9EE2F34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810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E2739-07CB-4FB7-87D4-7BCA90B0A19D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1075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A5EBB-1D59-4910-9C01-2B17A6608A31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36546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15006-23EF-4100-BD19-79883986ACF6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59550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2DEC-66CB-47B4-B940-2D93DB7024E9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4252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5B307-C9BE-4CD1-871A-15067A0DBF83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13486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EC77-3E54-4CFF-919F-4E8556994D27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82763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CFB06-CCB7-4729-AC66-47F73FB24BC6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36515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B6D2-B7A0-4E7A-8230-6BB5324B0C39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9225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646B-EEB1-4BED-A4EE-4813EEE5A446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3431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04260-8E4F-44B2-BCE1-2C11D659EED5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3757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F7BBD-E8D9-4C1E-B6E1-C630A1F380F2}" type="datetime1">
              <a:rPr lang="fr-FR" smtClean="0"/>
              <a:pPr/>
              <a:t>06/03/2022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22644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67"/>
          <p:cNvSpPr txBox="1"/>
          <p:nvPr/>
        </p:nvSpPr>
        <p:spPr>
          <a:xfrm>
            <a:off x="1329344" y="1434440"/>
            <a:ext cx="3648405" cy="470642"/>
          </a:xfrm>
          <a:prstGeom prst="rect">
            <a:avLst/>
          </a:prstGeom>
          <a:solidFill>
            <a:srgbClr val="F79546">
              <a:alpha val="69802"/>
            </a:srgbClr>
          </a:solidFill>
          <a:ln w="15875">
            <a:solidFill>
              <a:srgbClr val="E26C09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390"/>
              </a:spcBef>
            </a:pPr>
            <a:r>
              <a:rPr lang="fr-FR" sz="1200" b="1" spc="-50" dirty="0" smtClean="0">
                <a:latin typeface="Georgia"/>
                <a:cs typeface="Georgia"/>
              </a:rPr>
              <a:t>         </a:t>
            </a:r>
            <a:r>
              <a:rPr sz="1200" b="1" spc="-50" smtClean="0">
                <a:latin typeface="Georgia"/>
                <a:cs typeface="Georgia"/>
              </a:rPr>
              <a:t>INITIALISATION</a:t>
            </a:r>
            <a:endParaRPr lang="fr-FR" sz="1200" b="1" spc="-50" dirty="0" smtClean="0">
              <a:latin typeface="Georgia"/>
              <a:cs typeface="Georgia"/>
            </a:endParaRPr>
          </a:p>
          <a:p>
            <a:pPr marL="584200">
              <a:spcBef>
                <a:spcPts val="390"/>
              </a:spcBef>
            </a:pPr>
            <a:r>
              <a:rPr lang="fr-FR" sz="1200" spc="-15" dirty="0" smtClean="0">
                <a:latin typeface="Georgia"/>
                <a:cs typeface="Georgia"/>
              </a:rPr>
              <a:t>       </a:t>
            </a:r>
            <a:r>
              <a:rPr lang="fr-FR" sz="1200" spc="-15" dirty="0" err="1" smtClean="0">
                <a:latin typeface="Georgia"/>
                <a:cs typeface="Georgia"/>
              </a:rPr>
              <a:t>Leds</a:t>
            </a:r>
            <a:r>
              <a:rPr lang="fr-FR" sz="1200" spc="-15" dirty="0" smtClean="0">
                <a:latin typeface="Georgia"/>
                <a:cs typeface="Georgia"/>
              </a:rPr>
              <a:t> éteintes,  </a:t>
            </a:r>
            <a:r>
              <a:rPr lang="fr-FR" sz="1200" spc="-15" dirty="0" err="1" smtClean="0">
                <a:latin typeface="Georgia"/>
                <a:cs typeface="Georgia"/>
              </a:rPr>
              <a:t>nb_places</a:t>
            </a:r>
            <a:r>
              <a:rPr lang="fr-FR" sz="1200" spc="-15" dirty="0" smtClean="0">
                <a:latin typeface="Georgia"/>
                <a:cs typeface="Georgia"/>
              </a:rPr>
              <a:t> = 9</a:t>
            </a:r>
            <a:endParaRPr lang="fr-FR" sz="1200" dirty="0">
              <a:latin typeface="Georgia"/>
              <a:cs typeface="Georgia"/>
            </a:endParaRPr>
          </a:p>
        </p:txBody>
      </p:sp>
      <p:sp>
        <p:nvSpPr>
          <p:cNvPr id="33" name="object 80"/>
          <p:cNvSpPr txBox="1"/>
          <p:nvPr/>
        </p:nvSpPr>
        <p:spPr>
          <a:xfrm>
            <a:off x="3257503" y="11831"/>
            <a:ext cx="740729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latin typeface="Georgia"/>
                <a:cs typeface="Georgia"/>
              </a:rPr>
              <a:t>D</a:t>
            </a:r>
            <a:r>
              <a:rPr sz="1000" spc="-5" dirty="0">
                <a:latin typeface="Georgia"/>
                <a:cs typeface="Georgia"/>
              </a:rPr>
              <a:t>é</a:t>
            </a:r>
            <a:r>
              <a:rPr sz="1000" spc="-15" dirty="0">
                <a:latin typeface="Georgia"/>
                <a:cs typeface="Georgia"/>
              </a:rPr>
              <a:t>b</a:t>
            </a:r>
            <a:r>
              <a:rPr sz="1000" spc="-20" dirty="0">
                <a:latin typeface="Georgia"/>
                <a:cs typeface="Georgia"/>
              </a:rPr>
              <a:t>ut</a:t>
            </a:r>
            <a:endParaRPr sz="1000" dirty="0">
              <a:latin typeface="Georgia"/>
              <a:cs typeface="Georgia"/>
            </a:endParaRPr>
          </a:p>
        </p:txBody>
      </p:sp>
      <p:sp>
        <p:nvSpPr>
          <p:cNvPr id="34" name="object 81"/>
          <p:cNvSpPr/>
          <p:nvPr/>
        </p:nvSpPr>
        <p:spPr>
          <a:xfrm>
            <a:off x="3053711" y="19768"/>
            <a:ext cx="165100" cy="3070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82"/>
          <p:cNvSpPr txBox="1"/>
          <p:nvPr/>
        </p:nvSpPr>
        <p:spPr>
          <a:xfrm>
            <a:off x="1250789" y="297756"/>
            <a:ext cx="3648405" cy="841962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538480">
              <a:lnSpc>
                <a:spcPct val="100000"/>
              </a:lnSpc>
              <a:spcBef>
                <a:spcPts val="380"/>
              </a:spcBef>
            </a:pPr>
            <a:r>
              <a:rPr lang="fr-FR" sz="1200" spc="-60" dirty="0" smtClean="0">
                <a:latin typeface="Georgia"/>
                <a:cs typeface="Georgia"/>
              </a:rPr>
              <a:t>    </a:t>
            </a:r>
            <a:r>
              <a:rPr sz="1200" b="1" spc="-60" dirty="0" smtClean="0">
                <a:latin typeface="Georgia"/>
                <a:cs typeface="Georgia"/>
              </a:rPr>
              <a:t>CONFIGURARTION</a:t>
            </a:r>
          </a:p>
          <a:p>
            <a:pPr marL="99060" marR="102870" algn="ctr">
              <a:lnSpc>
                <a:spcPct val="112799"/>
              </a:lnSpc>
              <a:spcBef>
                <a:spcPts val="20"/>
              </a:spcBef>
            </a:pPr>
            <a:r>
              <a:rPr lang="fr-FR" sz="1200" spc="-15" dirty="0" smtClean="0">
                <a:latin typeface="Georgia"/>
                <a:cs typeface="Georgia"/>
              </a:rPr>
              <a:t>Choisir Bank1</a:t>
            </a:r>
          </a:p>
          <a:p>
            <a:pPr marL="99060" marR="102870" algn="ctr">
              <a:lnSpc>
                <a:spcPct val="112799"/>
              </a:lnSpc>
              <a:spcBef>
                <a:spcPts val="20"/>
              </a:spcBef>
            </a:pPr>
            <a:r>
              <a:rPr lang="fr-FR" sz="1100" spc="-15" dirty="0" smtClean="0">
                <a:latin typeface="Georgia"/>
                <a:cs typeface="Georgia"/>
              </a:rPr>
              <a:t>RA0…RA3,RB0…RB2 entrée s, RB3,RB4 sorties</a:t>
            </a:r>
          </a:p>
          <a:p>
            <a:pPr marL="99060" marR="102870" algn="ctr">
              <a:lnSpc>
                <a:spcPct val="112799"/>
              </a:lnSpc>
              <a:spcBef>
                <a:spcPts val="20"/>
              </a:spcBef>
            </a:pPr>
            <a:r>
              <a:rPr lang="fr-FR" sz="1100" spc="-15" dirty="0" smtClean="0">
                <a:latin typeface="Georgia"/>
                <a:cs typeface="Georgia"/>
              </a:rPr>
              <a:t>Choisir Bank0</a:t>
            </a:r>
            <a:endParaRPr sz="1100" dirty="0">
              <a:latin typeface="Georgia"/>
              <a:cs typeface="Georgia"/>
            </a:endParaRPr>
          </a:p>
        </p:txBody>
      </p:sp>
      <p:sp>
        <p:nvSpPr>
          <p:cNvPr id="36" name="object 83"/>
          <p:cNvSpPr/>
          <p:nvPr/>
        </p:nvSpPr>
        <p:spPr>
          <a:xfrm>
            <a:off x="3119884" y="1024933"/>
            <a:ext cx="60959" cy="336582"/>
          </a:xfrm>
          <a:custGeom>
            <a:avLst/>
            <a:gdLst/>
            <a:ahLst/>
            <a:cxnLst/>
            <a:rect l="l" t="t" r="r" b="b"/>
            <a:pathLst>
              <a:path w="50800" h="150494">
                <a:moveTo>
                  <a:pt x="19050" y="99694"/>
                </a:moveTo>
                <a:lnTo>
                  <a:pt x="0" y="99694"/>
                </a:lnTo>
                <a:lnTo>
                  <a:pt x="25400" y="150494"/>
                </a:lnTo>
                <a:lnTo>
                  <a:pt x="41275" y="118744"/>
                </a:lnTo>
                <a:lnTo>
                  <a:pt x="21843" y="118744"/>
                </a:lnTo>
                <a:lnTo>
                  <a:pt x="19050" y="115950"/>
                </a:lnTo>
                <a:lnTo>
                  <a:pt x="19050" y="99694"/>
                </a:lnTo>
                <a:close/>
              </a:path>
              <a:path w="50800" h="150494">
                <a:moveTo>
                  <a:pt x="28956" y="0"/>
                </a:moveTo>
                <a:lnTo>
                  <a:pt x="21843" y="0"/>
                </a:lnTo>
                <a:lnTo>
                  <a:pt x="19050" y="2793"/>
                </a:lnTo>
                <a:lnTo>
                  <a:pt x="19050" y="115950"/>
                </a:lnTo>
                <a:lnTo>
                  <a:pt x="21843" y="118744"/>
                </a:lnTo>
                <a:lnTo>
                  <a:pt x="28956" y="118744"/>
                </a:lnTo>
                <a:lnTo>
                  <a:pt x="31750" y="115950"/>
                </a:lnTo>
                <a:lnTo>
                  <a:pt x="31750" y="2793"/>
                </a:lnTo>
                <a:lnTo>
                  <a:pt x="28956" y="0"/>
                </a:lnTo>
                <a:close/>
              </a:path>
              <a:path w="50800" h="150494">
                <a:moveTo>
                  <a:pt x="50800" y="99694"/>
                </a:moveTo>
                <a:lnTo>
                  <a:pt x="31750" y="99694"/>
                </a:lnTo>
                <a:lnTo>
                  <a:pt x="31750" y="115950"/>
                </a:lnTo>
                <a:lnTo>
                  <a:pt x="28956" y="118744"/>
                </a:lnTo>
                <a:lnTo>
                  <a:pt x="41275" y="118744"/>
                </a:lnTo>
                <a:lnTo>
                  <a:pt x="50800" y="99694"/>
                </a:lnTo>
                <a:close/>
              </a:path>
            </a:pathLst>
          </a:custGeom>
          <a:solidFill>
            <a:srgbClr val="272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8" name="Connecteur droit avec flèche 67"/>
          <p:cNvCxnSpPr/>
          <p:nvPr/>
        </p:nvCxnSpPr>
        <p:spPr>
          <a:xfrm rot="5400000">
            <a:off x="2987747" y="3476841"/>
            <a:ext cx="244558" cy="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Forme 78"/>
          <p:cNvCxnSpPr/>
          <p:nvPr/>
        </p:nvCxnSpPr>
        <p:spPr>
          <a:xfrm flipV="1">
            <a:off x="3756141" y="3338623"/>
            <a:ext cx="2782882" cy="6037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/>
          <p:cNvCxnSpPr/>
          <p:nvPr/>
        </p:nvCxnSpPr>
        <p:spPr>
          <a:xfrm rot="16200000" flipH="1">
            <a:off x="3039337" y="3081705"/>
            <a:ext cx="233431" cy="204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bject 46"/>
          <p:cNvSpPr/>
          <p:nvPr/>
        </p:nvSpPr>
        <p:spPr>
          <a:xfrm>
            <a:off x="6972988" y="2955599"/>
            <a:ext cx="999617" cy="259847"/>
          </a:xfrm>
          <a:custGeom>
            <a:avLst/>
            <a:gdLst/>
            <a:ahLst/>
            <a:cxnLst/>
            <a:rect l="l" t="t" r="r" b="b"/>
            <a:pathLst>
              <a:path w="1080770" h="198120">
                <a:moveTo>
                  <a:pt x="1080262" y="0"/>
                </a:moveTo>
                <a:lnTo>
                  <a:pt x="108077" y="0"/>
                </a:lnTo>
                <a:lnTo>
                  <a:pt x="108077" y="115569"/>
                </a:lnTo>
                <a:lnTo>
                  <a:pt x="0" y="135254"/>
                </a:lnTo>
                <a:lnTo>
                  <a:pt x="108077" y="165099"/>
                </a:lnTo>
                <a:lnTo>
                  <a:pt x="108077" y="198119"/>
                </a:lnTo>
                <a:lnTo>
                  <a:pt x="1080262" y="198119"/>
                </a:lnTo>
                <a:lnTo>
                  <a:pt x="1080262" y="0"/>
                </a:lnTo>
                <a:close/>
              </a:path>
            </a:pathLst>
          </a:custGeom>
          <a:solidFill>
            <a:srgbClr val="C2D59B">
              <a:alpha val="79998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fr-FR" sz="1200" dirty="0" smtClean="0"/>
              <a:t> TEST2</a:t>
            </a:r>
            <a:endParaRPr sz="1200" dirty="0"/>
          </a:p>
        </p:txBody>
      </p:sp>
      <p:grpSp>
        <p:nvGrpSpPr>
          <p:cNvPr id="6" name="object 45"/>
          <p:cNvGrpSpPr/>
          <p:nvPr/>
        </p:nvGrpSpPr>
        <p:grpSpPr>
          <a:xfrm>
            <a:off x="2263097" y="4340953"/>
            <a:ext cx="791362" cy="276881"/>
            <a:chOff x="2613532" y="6801089"/>
            <a:chExt cx="1986348" cy="326147"/>
          </a:xfrm>
        </p:grpSpPr>
        <p:sp>
          <p:nvSpPr>
            <p:cNvPr id="65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err="1" smtClean="0"/>
                <a:t>Voiture_e</a:t>
              </a:r>
              <a:endParaRPr sz="1200" dirty="0"/>
            </a:p>
          </p:txBody>
        </p:sp>
        <p:sp>
          <p:nvSpPr>
            <p:cNvPr id="69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7" name="object 55"/>
          <p:cNvGrpSpPr/>
          <p:nvPr/>
        </p:nvGrpSpPr>
        <p:grpSpPr>
          <a:xfrm>
            <a:off x="2468736" y="3540300"/>
            <a:ext cx="1286951" cy="824061"/>
            <a:chOff x="3563620" y="6292214"/>
            <a:chExt cx="1170940" cy="594995"/>
          </a:xfrm>
        </p:grpSpPr>
        <p:sp>
          <p:nvSpPr>
            <p:cNvPr id="76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lang="fr-FR" sz="1200" dirty="0" smtClean="0"/>
            </a:p>
            <a:p>
              <a:endParaRPr lang="fr-FR" sz="1200" dirty="0" smtClean="0"/>
            </a:p>
            <a:p>
              <a:r>
                <a:rPr lang="fr-FR" sz="1200" dirty="0" smtClean="0"/>
                <a:t>             RB1 == 1</a:t>
              </a:r>
              <a:endParaRPr sz="1200"/>
            </a:p>
          </p:txBody>
        </p:sp>
        <p:sp>
          <p:nvSpPr>
            <p:cNvPr id="78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81" name="object 70"/>
          <p:cNvSpPr txBox="1"/>
          <p:nvPr/>
        </p:nvSpPr>
        <p:spPr>
          <a:xfrm>
            <a:off x="1993652" y="4844955"/>
            <a:ext cx="1913432" cy="245580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err="1" smtClean="0">
                <a:latin typeface="Georgia"/>
                <a:cs typeface="Georgia"/>
              </a:rPr>
              <a:t>nb_places</a:t>
            </a:r>
            <a:r>
              <a:rPr lang="fr-FR" sz="1200" spc="-50" dirty="0" smtClean="0">
                <a:latin typeface="Georgia"/>
                <a:cs typeface="Georgia"/>
              </a:rPr>
              <a:t> </a:t>
            </a:r>
            <a:r>
              <a:rPr lang="fr-FR" sz="1200" spc="-50" smtClean="0">
                <a:latin typeface="Georgia"/>
                <a:cs typeface="Georgia"/>
              </a:rPr>
              <a:t>- 0</a:t>
            </a:r>
            <a:endParaRPr lang="fr-FR" sz="1200" spc="-50" dirty="0">
              <a:latin typeface="Georgia"/>
              <a:cs typeface="Georgia"/>
            </a:endParaRPr>
          </a:p>
        </p:txBody>
      </p:sp>
      <p:cxnSp>
        <p:nvCxnSpPr>
          <p:cNvPr id="87" name="Connecteur droit avec flèche 86"/>
          <p:cNvCxnSpPr/>
          <p:nvPr/>
        </p:nvCxnSpPr>
        <p:spPr>
          <a:xfrm>
            <a:off x="3106839" y="4362351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object 55"/>
          <p:cNvGrpSpPr/>
          <p:nvPr/>
        </p:nvGrpSpPr>
        <p:grpSpPr>
          <a:xfrm>
            <a:off x="2494132" y="2189931"/>
            <a:ext cx="1266015" cy="797712"/>
            <a:chOff x="3573144" y="6301716"/>
            <a:chExt cx="1151891" cy="575968"/>
          </a:xfrm>
        </p:grpSpPr>
        <p:sp>
          <p:nvSpPr>
            <p:cNvPr id="54" name="object 56"/>
            <p:cNvSpPr/>
            <p:nvPr/>
          </p:nvSpPr>
          <p:spPr>
            <a:xfrm>
              <a:off x="3573144" y="6301716"/>
              <a:ext cx="1151890" cy="575943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lang="fr-FR" sz="1200" dirty="0" smtClean="0"/>
            </a:p>
            <a:p>
              <a:endParaRPr lang="fr-FR" sz="1200" dirty="0" smtClean="0"/>
            </a:p>
            <a:p>
              <a:r>
                <a:rPr lang="fr-FR" sz="1200" dirty="0" smtClean="0"/>
                <a:t>           RB0 == 1</a:t>
              </a:r>
              <a:endParaRPr sz="12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67" name="object 46"/>
          <p:cNvSpPr/>
          <p:nvPr/>
        </p:nvSpPr>
        <p:spPr>
          <a:xfrm>
            <a:off x="2006892" y="1155756"/>
            <a:ext cx="999617" cy="210447"/>
          </a:xfrm>
          <a:custGeom>
            <a:avLst/>
            <a:gdLst/>
            <a:ahLst/>
            <a:cxnLst/>
            <a:rect l="l" t="t" r="r" b="b"/>
            <a:pathLst>
              <a:path w="1080770" h="198120">
                <a:moveTo>
                  <a:pt x="1080262" y="0"/>
                </a:moveTo>
                <a:lnTo>
                  <a:pt x="108077" y="0"/>
                </a:lnTo>
                <a:lnTo>
                  <a:pt x="108077" y="115569"/>
                </a:lnTo>
                <a:lnTo>
                  <a:pt x="0" y="135254"/>
                </a:lnTo>
                <a:lnTo>
                  <a:pt x="108077" y="165099"/>
                </a:lnTo>
                <a:lnTo>
                  <a:pt x="108077" y="198119"/>
                </a:lnTo>
                <a:lnTo>
                  <a:pt x="1080262" y="198119"/>
                </a:lnTo>
                <a:lnTo>
                  <a:pt x="1080262" y="0"/>
                </a:lnTo>
                <a:close/>
              </a:path>
            </a:pathLst>
          </a:custGeom>
          <a:solidFill>
            <a:srgbClr val="C2D59B">
              <a:alpha val="79998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fr-FR" sz="1200" dirty="0" err="1" smtClean="0"/>
              <a:t>demarrer</a:t>
            </a:r>
            <a:endParaRPr sz="1200" dirty="0"/>
          </a:p>
        </p:txBody>
      </p:sp>
      <p:cxnSp>
        <p:nvCxnSpPr>
          <p:cNvPr id="116" name="Connecteur droit avec flèche 115"/>
          <p:cNvCxnSpPr>
            <a:stCxn id="22" idx="2"/>
          </p:cNvCxnSpPr>
          <p:nvPr/>
        </p:nvCxnSpPr>
        <p:spPr>
          <a:xfrm rot="16200000" flipH="1">
            <a:off x="3060315" y="1998314"/>
            <a:ext cx="190786" cy="4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en angle 118"/>
          <p:cNvCxnSpPr>
            <a:endCxn id="22" idx="0"/>
          </p:cNvCxnSpPr>
          <p:nvPr/>
        </p:nvCxnSpPr>
        <p:spPr>
          <a:xfrm rot="16200000" flipV="1">
            <a:off x="2893783" y="1694204"/>
            <a:ext cx="1160062" cy="640533"/>
          </a:xfrm>
          <a:prstGeom prst="bentConnector5">
            <a:avLst>
              <a:gd name="adj1" fmla="val 29715"/>
              <a:gd name="adj2" fmla="val -220483"/>
              <a:gd name="adj3" fmla="val 119706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object 46"/>
          <p:cNvSpPr/>
          <p:nvPr/>
        </p:nvSpPr>
        <p:spPr>
          <a:xfrm>
            <a:off x="1337989" y="3158614"/>
            <a:ext cx="791362" cy="248281"/>
          </a:xfrm>
          <a:custGeom>
            <a:avLst/>
            <a:gdLst/>
            <a:ahLst/>
            <a:cxnLst/>
            <a:rect l="l" t="t" r="r" b="b"/>
            <a:pathLst>
              <a:path w="1080770" h="198120">
                <a:moveTo>
                  <a:pt x="1080262" y="0"/>
                </a:moveTo>
                <a:lnTo>
                  <a:pt x="108077" y="0"/>
                </a:lnTo>
                <a:lnTo>
                  <a:pt x="108077" y="115569"/>
                </a:lnTo>
                <a:lnTo>
                  <a:pt x="0" y="135254"/>
                </a:lnTo>
                <a:lnTo>
                  <a:pt x="108077" y="165099"/>
                </a:lnTo>
                <a:lnTo>
                  <a:pt x="108077" y="198119"/>
                </a:lnTo>
                <a:lnTo>
                  <a:pt x="1080262" y="198119"/>
                </a:lnTo>
                <a:lnTo>
                  <a:pt x="1080262" y="0"/>
                </a:lnTo>
                <a:close/>
              </a:path>
            </a:pathLst>
          </a:custGeom>
          <a:solidFill>
            <a:srgbClr val="C2D59B">
              <a:alpha val="79998"/>
            </a:srgbClr>
          </a:solidFill>
        </p:spPr>
        <p:txBody>
          <a:bodyPr wrap="square" lIns="0" tIns="0" rIns="0" bIns="0" rtlCol="0"/>
          <a:lstStyle/>
          <a:p>
            <a:pPr algn="ctr"/>
            <a:r>
              <a:rPr lang="fr-FR" sz="1200" dirty="0" smtClean="0"/>
              <a:t>boucle</a:t>
            </a:r>
            <a:endParaRPr sz="1200" dirty="0"/>
          </a:p>
        </p:txBody>
      </p:sp>
      <p:cxnSp>
        <p:nvCxnSpPr>
          <p:cNvPr id="151" name="Connecteur en angle 150"/>
          <p:cNvCxnSpPr/>
          <p:nvPr/>
        </p:nvCxnSpPr>
        <p:spPr>
          <a:xfrm rot="16200000" flipV="1">
            <a:off x="606052" y="3593797"/>
            <a:ext cx="2647517" cy="2307265"/>
          </a:xfrm>
          <a:prstGeom prst="bentConnector3">
            <a:avLst>
              <a:gd name="adj1" fmla="val 1004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Connecteur droit avec flèche 157"/>
          <p:cNvCxnSpPr/>
          <p:nvPr/>
        </p:nvCxnSpPr>
        <p:spPr>
          <a:xfrm>
            <a:off x="799187" y="3398756"/>
            <a:ext cx="2347415" cy="1364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Connecteur droit avec flèche 165"/>
          <p:cNvCxnSpPr/>
          <p:nvPr/>
        </p:nvCxnSpPr>
        <p:spPr>
          <a:xfrm rot="16200000" flipH="1">
            <a:off x="2923340" y="4977983"/>
            <a:ext cx="327033" cy="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Forme 181"/>
          <p:cNvCxnSpPr/>
          <p:nvPr/>
        </p:nvCxnSpPr>
        <p:spPr>
          <a:xfrm rot="16200000" flipV="1">
            <a:off x="9888282" y="4720854"/>
            <a:ext cx="3870251" cy="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object 45"/>
          <p:cNvGrpSpPr/>
          <p:nvPr/>
        </p:nvGrpSpPr>
        <p:grpSpPr>
          <a:xfrm>
            <a:off x="2160825" y="5998230"/>
            <a:ext cx="791362" cy="274978"/>
            <a:chOff x="2613532" y="6801089"/>
            <a:chExt cx="1986348" cy="326147"/>
          </a:xfrm>
        </p:grpSpPr>
        <p:sp>
          <p:nvSpPr>
            <p:cNvPr id="186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plein</a:t>
              </a:r>
              <a:endParaRPr sz="1200" dirty="0"/>
            </a:p>
          </p:txBody>
        </p:sp>
        <p:sp>
          <p:nvSpPr>
            <p:cNvPr id="187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13" name="object 55"/>
          <p:cNvGrpSpPr/>
          <p:nvPr/>
        </p:nvGrpSpPr>
        <p:grpSpPr>
          <a:xfrm>
            <a:off x="2440804" y="5144583"/>
            <a:ext cx="1286951" cy="824061"/>
            <a:chOff x="3563620" y="6292214"/>
            <a:chExt cx="1170940" cy="594995"/>
          </a:xfrm>
        </p:grpSpPr>
        <p:sp>
          <p:nvSpPr>
            <p:cNvPr id="189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90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91" name="object 58"/>
          <p:cNvSpPr txBox="1"/>
          <p:nvPr/>
        </p:nvSpPr>
        <p:spPr>
          <a:xfrm>
            <a:off x="2793773" y="5547005"/>
            <a:ext cx="614581" cy="221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5080" indent="-78105">
              <a:lnSpc>
                <a:spcPct val="112900"/>
              </a:lnSpc>
              <a:spcBef>
                <a:spcPts val="100"/>
              </a:spcBef>
            </a:pPr>
            <a:r>
              <a:rPr lang="fr-FR" sz="1200" spc="-50" dirty="0" smtClean="0">
                <a:latin typeface="Georgia"/>
                <a:cs typeface="Georgia"/>
              </a:rPr>
              <a:t>Z == 1</a:t>
            </a:r>
            <a:endParaRPr lang="fr-FR" sz="1200" dirty="0">
              <a:latin typeface="Georgia"/>
              <a:cs typeface="Georgia"/>
            </a:endParaRPr>
          </a:p>
        </p:txBody>
      </p:sp>
      <p:sp>
        <p:nvSpPr>
          <p:cNvPr id="192" name="object 70"/>
          <p:cNvSpPr txBox="1"/>
          <p:nvPr/>
        </p:nvSpPr>
        <p:spPr>
          <a:xfrm>
            <a:off x="2496817" y="6293585"/>
            <a:ext cx="1894429" cy="430246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Allumer rouge, </a:t>
            </a:r>
            <a:r>
              <a:rPr lang="fr-FR" sz="1200" spc="-50" dirty="0" err="1" smtClean="0">
                <a:latin typeface="Georgia"/>
                <a:cs typeface="Georgia"/>
              </a:rPr>
              <a:t>eteindre</a:t>
            </a:r>
            <a:r>
              <a:rPr lang="fr-FR" sz="1200" spc="-50" dirty="0" smtClean="0">
                <a:latin typeface="Georgia"/>
                <a:cs typeface="Georgia"/>
              </a:rPr>
              <a:t> verte, afficher </a:t>
            </a:r>
          </a:p>
        </p:txBody>
      </p:sp>
      <p:cxnSp>
        <p:nvCxnSpPr>
          <p:cNvPr id="193" name="Connecteur droit avec flèche 192"/>
          <p:cNvCxnSpPr/>
          <p:nvPr/>
        </p:nvCxnSpPr>
        <p:spPr>
          <a:xfrm>
            <a:off x="3078907" y="5933147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7" name="Connecteur droit 216"/>
          <p:cNvCxnSpPr/>
          <p:nvPr/>
        </p:nvCxnSpPr>
        <p:spPr>
          <a:xfrm flipV="1">
            <a:off x="8079475" y="6591869"/>
            <a:ext cx="3138985" cy="409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Connecteur droit avec flèche 220"/>
          <p:cNvCxnSpPr/>
          <p:nvPr/>
        </p:nvCxnSpPr>
        <p:spPr>
          <a:xfrm flipV="1">
            <a:off x="3725116" y="5539563"/>
            <a:ext cx="1442307" cy="16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object 70"/>
          <p:cNvSpPr txBox="1"/>
          <p:nvPr/>
        </p:nvSpPr>
        <p:spPr>
          <a:xfrm>
            <a:off x="2263010" y="3072869"/>
            <a:ext cx="1913432" cy="245580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Afficher Places</a:t>
            </a:r>
            <a:endParaRPr lang="fr-FR" sz="1200" spc="-50" dirty="0">
              <a:latin typeface="Georgia"/>
              <a:cs typeface="Georgia"/>
            </a:endParaRPr>
          </a:p>
        </p:txBody>
      </p:sp>
      <p:grpSp>
        <p:nvGrpSpPr>
          <p:cNvPr id="91" name="object 45"/>
          <p:cNvGrpSpPr/>
          <p:nvPr/>
        </p:nvGrpSpPr>
        <p:grpSpPr>
          <a:xfrm>
            <a:off x="3908108" y="5161803"/>
            <a:ext cx="791362" cy="274978"/>
            <a:chOff x="2613532" y="6801089"/>
            <a:chExt cx="1986348" cy="326147"/>
          </a:xfrm>
        </p:grpSpPr>
        <p:sp>
          <p:nvSpPr>
            <p:cNvPr id="92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libre</a:t>
              </a:r>
              <a:endParaRPr sz="1200" dirty="0"/>
            </a:p>
          </p:txBody>
        </p:sp>
        <p:sp>
          <p:nvSpPr>
            <p:cNvPr id="93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99" name="object 70"/>
          <p:cNvSpPr txBox="1"/>
          <p:nvPr/>
        </p:nvSpPr>
        <p:spPr>
          <a:xfrm>
            <a:off x="4541812" y="6063206"/>
            <a:ext cx="1894429" cy="653384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err="1" smtClean="0">
                <a:latin typeface="Georgia"/>
                <a:cs typeface="Georgia"/>
              </a:rPr>
              <a:t>Nb_places</a:t>
            </a:r>
            <a:r>
              <a:rPr lang="fr-FR" sz="1200" spc="-50" dirty="0" smtClean="0">
                <a:latin typeface="Georgia"/>
                <a:cs typeface="Georgia"/>
              </a:rPr>
              <a:t> –</a:t>
            </a: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Allumer verte, </a:t>
            </a:r>
            <a:r>
              <a:rPr lang="fr-FR" sz="1200" spc="-50" dirty="0" err="1" smtClean="0">
                <a:latin typeface="Georgia"/>
                <a:cs typeface="Georgia"/>
              </a:rPr>
              <a:t>eteindre</a:t>
            </a:r>
            <a:r>
              <a:rPr lang="fr-FR" sz="1200" spc="-50" dirty="0" smtClean="0">
                <a:latin typeface="Georgia"/>
                <a:cs typeface="Georgia"/>
              </a:rPr>
              <a:t> rouge, afficher </a:t>
            </a:r>
          </a:p>
        </p:txBody>
      </p:sp>
      <p:cxnSp>
        <p:nvCxnSpPr>
          <p:cNvPr id="100" name="Connecteur droit avec flèche 99"/>
          <p:cNvCxnSpPr/>
          <p:nvPr/>
        </p:nvCxnSpPr>
        <p:spPr>
          <a:xfrm rot="16200000" flipH="1">
            <a:off x="4751392" y="5966227"/>
            <a:ext cx="769558" cy="1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Connecteur droit 101"/>
          <p:cNvCxnSpPr/>
          <p:nvPr/>
        </p:nvCxnSpPr>
        <p:spPr>
          <a:xfrm rot="10800000">
            <a:off x="3453362" y="6830706"/>
            <a:ext cx="3181354" cy="272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Connecteur en angle 102"/>
          <p:cNvCxnSpPr/>
          <p:nvPr/>
        </p:nvCxnSpPr>
        <p:spPr>
          <a:xfrm rot="5400000">
            <a:off x="5503541" y="4450917"/>
            <a:ext cx="3519377" cy="1294789"/>
          </a:xfrm>
          <a:prstGeom prst="bentConnector3">
            <a:avLst>
              <a:gd name="adj1" fmla="val -151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Connecteur droit avec flèche 104"/>
          <p:cNvCxnSpPr/>
          <p:nvPr/>
        </p:nvCxnSpPr>
        <p:spPr>
          <a:xfrm rot="5400000">
            <a:off x="3352798" y="6730403"/>
            <a:ext cx="244558" cy="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Connecteur droit avec flèche 105"/>
          <p:cNvCxnSpPr/>
          <p:nvPr/>
        </p:nvCxnSpPr>
        <p:spPr>
          <a:xfrm rot="5400000">
            <a:off x="5121347" y="6730403"/>
            <a:ext cx="244558" cy="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Connecteur droit avec flèche 109"/>
          <p:cNvCxnSpPr/>
          <p:nvPr/>
        </p:nvCxnSpPr>
        <p:spPr>
          <a:xfrm rot="5400000">
            <a:off x="7786768" y="3427214"/>
            <a:ext cx="244558" cy="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2" name="object 45"/>
          <p:cNvGrpSpPr/>
          <p:nvPr/>
        </p:nvGrpSpPr>
        <p:grpSpPr>
          <a:xfrm>
            <a:off x="7062118" y="4291326"/>
            <a:ext cx="791362" cy="276881"/>
            <a:chOff x="2613532" y="6801089"/>
            <a:chExt cx="1986348" cy="326147"/>
          </a:xfrm>
        </p:grpSpPr>
        <p:sp>
          <p:nvSpPr>
            <p:cNvPr id="113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err="1" smtClean="0"/>
                <a:t>Voiture_s</a:t>
              </a:r>
              <a:endParaRPr sz="1200" dirty="0"/>
            </a:p>
          </p:txBody>
        </p:sp>
        <p:sp>
          <p:nvSpPr>
            <p:cNvPr id="114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115" name="object 55"/>
          <p:cNvGrpSpPr/>
          <p:nvPr/>
        </p:nvGrpSpPr>
        <p:grpSpPr>
          <a:xfrm>
            <a:off x="7267757" y="3490673"/>
            <a:ext cx="1286951" cy="824061"/>
            <a:chOff x="3563620" y="6292214"/>
            <a:chExt cx="1170940" cy="594995"/>
          </a:xfrm>
        </p:grpSpPr>
        <p:sp>
          <p:nvSpPr>
            <p:cNvPr id="117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lang="fr-FR" sz="1200" dirty="0" smtClean="0"/>
            </a:p>
            <a:p>
              <a:endParaRPr lang="fr-FR" sz="1200" dirty="0" smtClean="0"/>
            </a:p>
            <a:p>
              <a:r>
                <a:rPr lang="fr-FR" sz="1200" dirty="0" smtClean="0"/>
                <a:t>             RB2 == 1</a:t>
              </a:r>
              <a:endParaRPr sz="1200"/>
            </a:p>
          </p:txBody>
        </p:sp>
        <p:sp>
          <p:nvSpPr>
            <p:cNvPr id="118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20" name="object 70"/>
          <p:cNvSpPr txBox="1"/>
          <p:nvPr/>
        </p:nvSpPr>
        <p:spPr>
          <a:xfrm>
            <a:off x="6973434" y="4795328"/>
            <a:ext cx="1913432" cy="245580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err="1" smtClean="0">
                <a:latin typeface="Georgia"/>
                <a:cs typeface="Georgia"/>
              </a:rPr>
              <a:t>nb_places</a:t>
            </a:r>
            <a:r>
              <a:rPr lang="fr-FR" sz="1200" spc="-50" dirty="0" smtClean="0">
                <a:latin typeface="Georgia"/>
                <a:cs typeface="Georgia"/>
              </a:rPr>
              <a:t> - 9</a:t>
            </a:r>
            <a:endParaRPr lang="fr-FR" sz="1200" spc="-50" dirty="0">
              <a:latin typeface="Georgia"/>
              <a:cs typeface="Georgia"/>
            </a:endParaRPr>
          </a:p>
        </p:txBody>
      </p:sp>
      <p:cxnSp>
        <p:nvCxnSpPr>
          <p:cNvPr id="121" name="Connecteur droit avec flèche 120"/>
          <p:cNvCxnSpPr/>
          <p:nvPr/>
        </p:nvCxnSpPr>
        <p:spPr>
          <a:xfrm>
            <a:off x="7905860" y="4312724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Connecteur droit avec flèche 124"/>
          <p:cNvCxnSpPr/>
          <p:nvPr/>
        </p:nvCxnSpPr>
        <p:spPr>
          <a:xfrm rot="16200000" flipH="1">
            <a:off x="7722361" y="4928356"/>
            <a:ext cx="327033" cy="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6" name="object 45"/>
          <p:cNvGrpSpPr/>
          <p:nvPr/>
        </p:nvGrpSpPr>
        <p:grpSpPr>
          <a:xfrm>
            <a:off x="7948674" y="5842278"/>
            <a:ext cx="791362" cy="274978"/>
            <a:chOff x="2613532" y="6801089"/>
            <a:chExt cx="1986348" cy="326147"/>
          </a:xfrm>
        </p:grpSpPr>
        <p:sp>
          <p:nvSpPr>
            <p:cNvPr id="127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err="1" smtClean="0"/>
                <a:t>inc</a:t>
              </a:r>
              <a:endParaRPr sz="1200" dirty="0"/>
            </a:p>
          </p:txBody>
        </p:sp>
        <p:sp>
          <p:nvSpPr>
            <p:cNvPr id="128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129" name="object 55"/>
          <p:cNvGrpSpPr/>
          <p:nvPr/>
        </p:nvGrpSpPr>
        <p:grpSpPr>
          <a:xfrm>
            <a:off x="7239825" y="5094956"/>
            <a:ext cx="1286951" cy="824061"/>
            <a:chOff x="3563620" y="6292214"/>
            <a:chExt cx="1170940" cy="594995"/>
          </a:xfrm>
        </p:grpSpPr>
        <p:sp>
          <p:nvSpPr>
            <p:cNvPr id="130" name="object 56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solidFill>
              <a:srgbClr val="B6DDE8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31" name="object 57"/>
            <p:cNvSpPr/>
            <p:nvPr/>
          </p:nvSpPr>
          <p:spPr>
            <a:xfrm>
              <a:off x="3573145" y="6301739"/>
              <a:ext cx="1151890" cy="575945"/>
            </a:xfrm>
            <a:custGeom>
              <a:avLst/>
              <a:gdLst/>
              <a:ahLst/>
              <a:cxnLst/>
              <a:rect l="l" t="t" r="r" b="b"/>
              <a:pathLst>
                <a:path w="1151889" h="575945">
                  <a:moveTo>
                    <a:pt x="575944" y="0"/>
                  </a:moveTo>
                  <a:lnTo>
                    <a:pt x="0" y="288036"/>
                  </a:lnTo>
                  <a:lnTo>
                    <a:pt x="575944" y="575945"/>
                  </a:lnTo>
                  <a:lnTo>
                    <a:pt x="1151889" y="288036"/>
                  </a:lnTo>
                  <a:lnTo>
                    <a:pt x="575944" y="0"/>
                  </a:lnTo>
                  <a:close/>
                </a:path>
              </a:pathLst>
            </a:custGeom>
            <a:ln w="19050">
              <a:solidFill>
                <a:srgbClr val="30849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32" name="object 58"/>
          <p:cNvSpPr txBox="1"/>
          <p:nvPr/>
        </p:nvSpPr>
        <p:spPr>
          <a:xfrm>
            <a:off x="7592794" y="5497378"/>
            <a:ext cx="614581" cy="221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5080" indent="-78105">
              <a:lnSpc>
                <a:spcPct val="112900"/>
              </a:lnSpc>
              <a:spcBef>
                <a:spcPts val="100"/>
              </a:spcBef>
            </a:pPr>
            <a:r>
              <a:rPr lang="fr-FR" sz="1200" spc="-50" dirty="0" smtClean="0">
                <a:latin typeface="Georgia"/>
                <a:cs typeface="Georgia"/>
              </a:rPr>
              <a:t>Z == 0</a:t>
            </a:r>
            <a:endParaRPr lang="fr-FR" sz="1200" dirty="0">
              <a:latin typeface="Georgia"/>
              <a:cs typeface="Georgia"/>
            </a:endParaRPr>
          </a:p>
        </p:txBody>
      </p:sp>
      <p:sp>
        <p:nvSpPr>
          <p:cNvPr id="133" name="object 70"/>
          <p:cNvSpPr txBox="1"/>
          <p:nvPr/>
        </p:nvSpPr>
        <p:spPr>
          <a:xfrm>
            <a:off x="7295838" y="6243958"/>
            <a:ext cx="2135268" cy="468718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Allumer verte, </a:t>
            </a:r>
            <a:r>
              <a:rPr lang="fr-FR" sz="1200" spc="-50" dirty="0" err="1" smtClean="0">
                <a:latin typeface="Georgia"/>
                <a:cs typeface="Georgia"/>
              </a:rPr>
              <a:t>eteindre</a:t>
            </a:r>
            <a:r>
              <a:rPr lang="fr-FR" sz="1200" spc="-50" dirty="0" smtClean="0">
                <a:latin typeface="Georgia"/>
                <a:cs typeface="Georgia"/>
              </a:rPr>
              <a:t> </a:t>
            </a:r>
            <a:r>
              <a:rPr lang="fr-FR" sz="1200" spc="-50" dirty="0" smtClean="0">
                <a:latin typeface="Georgia"/>
                <a:cs typeface="Georgia"/>
              </a:rPr>
              <a:t>rouge,</a:t>
            </a:r>
            <a:endParaRPr lang="fr-FR" sz="1200" spc="-50" dirty="0" smtClean="0">
              <a:latin typeface="Georgia"/>
              <a:cs typeface="Georgia"/>
            </a:endParaRPr>
          </a:p>
          <a:p>
            <a:pPr marL="5715" algn="ctr">
              <a:spcBef>
                <a:spcPts val="250"/>
              </a:spcBef>
            </a:pPr>
            <a:r>
              <a:rPr lang="fr-FR" sz="1200" spc="-50" dirty="0" err="1" smtClean="0">
                <a:latin typeface="Georgia"/>
                <a:cs typeface="Georgia"/>
              </a:rPr>
              <a:t>Nb_places</a:t>
            </a:r>
            <a:r>
              <a:rPr lang="fr-FR" sz="1200" spc="-50" dirty="0" smtClean="0">
                <a:latin typeface="Georgia"/>
                <a:cs typeface="Georgia"/>
              </a:rPr>
              <a:t> ++ afficher </a:t>
            </a:r>
          </a:p>
        </p:txBody>
      </p:sp>
      <p:cxnSp>
        <p:nvCxnSpPr>
          <p:cNvPr id="134" name="Connecteur droit avec flèche 133"/>
          <p:cNvCxnSpPr/>
          <p:nvPr/>
        </p:nvCxnSpPr>
        <p:spPr>
          <a:xfrm>
            <a:off x="7877928" y="5883520"/>
            <a:ext cx="12914" cy="478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Connecteur droit avec flèche 134"/>
          <p:cNvCxnSpPr/>
          <p:nvPr/>
        </p:nvCxnSpPr>
        <p:spPr>
          <a:xfrm flipV="1">
            <a:off x="8524137" y="5489936"/>
            <a:ext cx="1442307" cy="16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6" name="object 45"/>
          <p:cNvGrpSpPr/>
          <p:nvPr/>
        </p:nvGrpSpPr>
        <p:grpSpPr>
          <a:xfrm>
            <a:off x="8707129" y="5112176"/>
            <a:ext cx="791362" cy="274978"/>
            <a:chOff x="2613532" y="6801089"/>
            <a:chExt cx="1986348" cy="326147"/>
          </a:xfrm>
        </p:grpSpPr>
        <p:sp>
          <p:nvSpPr>
            <p:cNvPr id="137" name="object 46"/>
            <p:cNvSpPr/>
            <p:nvPr/>
          </p:nvSpPr>
          <p:spPr>
            <a:xfrm>
              <a:off x="2613532" y="6801089"/>
              <a:ext cx="1986348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262" y="0"/>
                  </a:moveTo>
                  <a:lnTo>
                    <a:pt x="108077" y="0"/>
                  </a:ln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1080262" y="198119"/>
                  </a:lnTo>
                  <a:lnTo>
                    <a:pt x="1080262" y="0"/>
                  </a:lnTo>
                  <a:close/>
                </a:path>
              </a:pathLst>
            </a:custGeom>
            <a:solidFill>
              <a:srgbClr val="C2D59B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fr-FR" sz="1200" dirty="0" smtClean="0"/>
                <a:t>dispo</a:t>
              </a:r>
              <a:endParaRPr sz="1200" dirty="0"/>
            </a:p>
          </p:txBody>
        </p:sp>
        <p:sp>
          <p:nvSpPr>
            <p:cNvPr id="138" name="object 47"/>
            <p:cNvSpPr/>
            <p:nvPr/>
          </p:nvSpPr>
          <p:spPr>
            <a:xfrm>
              <a:off x="2613532" y="6801097"/>
              <a:ext cx="1907204" cy="326139"/>
            </a:xfrm>
            <a:custGeom>
              <a:avLst/>
              <a:gdLst/>
              <a:ahLst/>
              <a:cxnLst/>
              <a:rect l="l" t="t" r="r" b="b"/>
              <a:pathLst>
                <a:path w="1080770" h="198120">
                  <a:moveTo>
                    <a:pt x="108077" y="0"/>
                  </a:moveTo>
                  <a:lnTo>
                    <a:pt x="108077" y="115569"/>
                  </a:lnTo>
                  <a:lnTo>
                    <a:pt x="0" y="135254"/>
                  </a:lnTo>
                  <a:lnTo>
                    <a:pt x="108077" y="165099"/>
                  </a:lnTo>
                  <a:lnTo>
                    <a:pt x="108077" y="198119"/>
                  </a:lnTo>
                  <a:lnTo>
                    <a:pt x="270129" y="198119"/>
                  </a:lnTo>
                  <a:lnTo>
                    <a:pt x="513206" y="198119"/>
                  </a:lnTo>
                  <a:lnTo>
                    <a:pt x="1080262" y="198119"/>
                  </a:lnTo>
                  <a:lnTo>
                    <a:pt x="1080262" y="165099"/>
                  </a:lnTo>
                  <a:lnTo>
                    <a:pt x="1080262" y="115569"/>
                  </a:lnTo>
                  <a:lnTo>
                    <a:pt x="1080262" y="0"/>
                  </a:lnTo>
                  <a:lnTo>
                    <a:pt x="513206" y="0"/>
                  </a:lnTo>
                  <a:lnTo>
                    <a:pt x="270129" y="0"/>
                  </a:lnTo>
                  <a:lnTo>
                    <a:pt x="108077" y="0"/>
                  </a:lnTo>
                  <a:close/>
                </a:path>
              </a:pathLst>
            </a:custGeom>
            <a:ln w="15875">
              <a:solidFill>
                <a:srgbClr val="76923B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cxnSp>
        <p:nvCxnSpPr>
          <p:cNvPr id="140" name="Connecteur droit avec flèche 139"/>
          <p:cNvCxnSpPr/>
          <p:nvPr/>
        </p:nvCxnSpPr>
        <p:spPr>
          <a:xfrm rot="16200000" flipH="1">
            <a:off x="9550413" y="5916600"/>
            <a:ext cx="769558" cy="1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Connecteur droit avec flèche 140"/>
          <p:cNvCxnSpPr/>
          <p:nvPr/>
        </p:nvCxnSpPr>
        <p:spPr>
          <a:xfrm rot="5400000">
            <a:off x="8151819" y="6680776"/>
            <a:ext cx="244558" cy="1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object 70"/>
          <p:cNvSpPr txBox="1"/>
          <p:nvPr/>
        </p:nvSpPr>
        <p:spPr>
          <a:xfrm>
            <a:off x="9489689" y="6204972"/>
            <a:ext cx="2135268" cy="468718"/>
          </a:xfrm>
          <a:prstGeom prst="rect">
            <a:avLst/>
          </a:prstGeom>
          <a:solidFill>
            <a:srgbClr val="FFC000">
              <a:alpha val="59999"/>
            </a:srgbClr>
          </a:solidFill>
          <a:ln w="15875">
            <a:solidFill>
              <a:srgbClr val="FFC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Allumer verte, </a:t>
            </a:r>
            <a:r>
              <a:rPr lang="fr-FR" sz="1200" spc="-50" dirty="0" err="1" smtClean="0">
                <a:latin typeface="Georgia"/>
                <a:cs typeface="Georgia"/>
              </a:rPr>
              <a:t>eteindre</a:t>
            </a:r>
            <a:r>
              <a:rPr lang="fr-FR" sz="1200" spc="-50" smtClean="0">
                <a:latin typeface="Georgia"/>
                <a:cs typeface="Georgia"/>
              </a:rPr>
              <a:t> </a:t>
            </a:r>
            <a:r>
              <a:rPr lang="fr-FR" sz="1200" spc="-50" smtClean="0">
                <a:latin typeface="Georgia"/>
                <a:cs typeface="Georgia"/>
              </a:rPr>
              <a:t>rouge,</a:t>
            </a:r>
            <a:endParaRPr lang="fr-FR" sz="1200" spc="-50" dirty="0" smtClean="0">
              <a:latin typeface="Georgia"/>
              <a:cs typeface="Georgia"/>
            </a:endParaRPr>
          </a:p>
          <a:p>
            <a:pPr marL="5715" algn="ctr">
              <a:spcBef>
                <a:spcPts val="250"/>
              </a:spcBef>
            </a:pPr>
            <a:r>
              <a:rPr lang="fr-FR" sz="1200" spc="-50" dirty="0" smtClean="0">
                <a:latin typeface="Georgia"/>
                <a:cs typeface="Georgia"/>
              </a:rPr>
              <a:t>afficher </a:t>
            </a:r>
          </a:p>
        </p:txBody>
      </p:sp>
      <p:cxnSp>
        <p:nvCxnSpPr>
          <p:cNvPr id="156" name="Connecteur droit avec flèche 155"/>
          <p:cNvCxnSpPr/>
          <p:nvPr/>
        </p:nvCxnSpPr>
        <p:spPr>
          <a:xfrm rot="10800000">
            <a:off x="4508205" y="2753834"/>
            <a:ext cx="7283302" cy="212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Connecteur droit avec flèche 156"/>
          <p:cNvCxnSpPr/>
          <p:nvPr/>
        </p:nvCxnSpPr>
        <p:spPr>
          <a:xfrm rot="16200000" flipH="1">
            <a:off x="4185278" y="3090123"/>
            <a:ext cx="687393" cy="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necteur droit avec flèche 159"/>
          <p:cNvCxnSpPr/>
          <p:nvPr/>
        </p:nvCxnSpPr>
        <p:spPr>
          <a:xfrm rot="10800000">
            <a:off x="3118886" y="3427230"/>
            <a:ext cx="1421217" cy="70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Connecteur droit avec flèche 161"/>
          <p:cNvCxnSpPr/>
          <p:nvPr/>
        </p:nvCxnSpPr>
        <p:spPr>
          <a:xfrm flipV="1">
            <a:off x="8548946" y="3909229"/>
            <a:ext cx="1442307" cy="16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Connecteur droit avec flèche 164"/>
          <p:cNvCxnSpPr/>
          <p:nvPr/>
        </p:nvCxnSpPr>
        <p:spPr>
          <a:xfrm rot="5400000" flipH="1" flipV="1">
            <a:off x="9393865" y="3343940"/>
            <a:ext cx="111641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Connecteur droit 166"/>
          <p:cNvCxnSpPr/>
          <p:nvPr/>
        </p:nvCxnSpPr>
        <p:spPr>
          <a:xfrm rot="10800000" flipV="1">
            <a:off x="8188395" y="6709143"/>
            <a:ext cx="3645643" cy="187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63034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</TotalTime>
  <Words>90</Words>
  <Application>Microsoft Office PowerPoint</Application>
  <PresentationFormat>Personnalisé</PresentationFormat>
  <Paragraphs>37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Office Theme</vt:lpstr>
      <vt:lpstr>Diapositive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Halim</dc:creator>
  <cp:lastModifiedBy>CSF</cp:lastModifiedBy>
  <cp:revision>151</cp:revision>
  <dcterms:created xsi:type="dcterms:W3CDTF">2015-03-06T15:17:24Z</dcterms:created>
  <dcterms:modified xsi:type="dcterms:W3CDTF">2022-03-06T14:48:19Z</dcterms:modified>
</cp:coreProperties>
</file>